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11680"/>
            <a:ext cx="106984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濮阳市智慧环保建设项目二期实施方案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880360"/>
            <a:ext cx="9509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大气污染精细化监测体系建设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10972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25880"/>
            <a:ext cx="10424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补盲区、强精准、优服务，建成"小型站布点+雷达覆盖+平台分析"三位一体监测体系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399032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补盲区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3272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完善工业园区、重点区域监测网络，消除监测盲区，实现全域覆盖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13504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4672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4672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035296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强精准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9536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提升特征污染物监测能力，实现CO、SO₂、恶臭等污染物精准监测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9768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0936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0936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671560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优服务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5800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支撑精准管控和应急响应，为环境管理决策提供科学依据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建设内容概览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1005840" y="149047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361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444752" y="1435608"/>
            <a:ext cx="9710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小型CO/SO₂监测站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44752" y="1746504"/>
            <a:ext cx="971092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新建6套，覆盖重点工业园区和交通枢纽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236829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1401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44752" y="2313432"/>
            <a:ext cx="9710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恶臭在线监测系统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44752" y="2624328"/>
            <a:ext cx="971092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新建11套，覆盖化工园区和居民敏感点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324612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918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44752" y="3191256"/>
            <a:ext cx="9710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水平颗粒物雷达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44752" y="3502152"/>
            <a:ext cx="971092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新建2套，实现区域颗粒物扫描监测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412394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16966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44752" y="4069080"/>
            <a:ext cx="9710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数据接入与整合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44752" y="4379976"/>
            <a:ext cx="971092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接入现有国控/省控/乡镇站数据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5001768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0474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444752" y="4946904"/>
            <a:ext cx="9710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智慧环保平台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44752" y="5257800"/>
            <a:ext cx="971092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建设综合管理平台和移动端APP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355080" y="1508760"/>
            <a:ext cx="4983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小型站、恶臭监测、雷达、气象站等监测设备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4G/5G网络、专网传输、VPN安全通道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数据管理、智能分析、预警预测能力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监测应用、移动应用、决策支持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感知监测层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网络传输层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4G/5G网络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监测设备通过4G/5G网络实时传输数据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36442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1034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1034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专网传输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1034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关键数据通过环保专网传输，保障安全性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04204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8796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68796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VPN通道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8796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建立VPN安全通道，加密传输敏感数据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71966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6558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36558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传输保障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6558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断点续传、数据校验、传输监控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平台支撑层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355080" y="1508760"/>
            <a:ext cx="4983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数据接入、存储、融合、治理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智能交互、异常预警、趋势预测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微服务架构、容器化部署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业务应用层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系统技术特点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10972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25880"/>
            <a:ext cx="10424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采用先进技术架构，实现多源数据融合、实时流处理、智能预警分析和移动端支撑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380232" cy="1632204"/>
          </a:xfrm>
          <a:prstGeom prst="roundRect">
            <a:avLst>
              <a:gd name="adj" fmla="val 4482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399032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3272" y="3172968"/>
            <a:ext cx="2868168" cy="7909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整合国控、省控、乡镇站、小型站、雷达等多源数据，构建统一数据视图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13504" y="2514600"/>
            <a:ext cx="3380232" cy="1632204"/>
          </a:xfrm>
          <a:prstGeom prst="roundRect">
            <a:avLst>
              <a:gd name="adj" fmla="val 4482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4672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4672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035296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实时流处理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9536" y="3172968"/>
            <a:ext cx="2868168" cy="7909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采用流式计算技术，实现数据实时处理和分析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9768" y="2514600"/>
            <a:ext cx="3380232" cy="1632204"/>
          </a:xfrm>
          <a:prstGeom prst="roundRect">
            <a:avLst>
              <a:gd name="adj" fmla="val 4482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0936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0936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671560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智能预警分析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5800" y="3172968"/>
            <a:ext cx="2868168" cy="7909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基于AI算法，实现异常检测、污染溯源、趋势预测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77240" y="4402836"/>
            <a:ext cx="3380232" cy="1632204"/>
          </a:xfrm>
          <a:prstGeom prst="roundRect">
            <a:avLst>
              <a:gd name="adj" fmla="val 4482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" y="4604004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6680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399032" y="4567428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移动端支撑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33272" y="5061204"/>
            <a:ext cx="2868168" cy="7909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提供移动端APP，支持随时随地查看和处置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业务流程总览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多源监测设备实时采集数据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47188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1780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11780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11780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数据实时传输至平台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25696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0288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平台进行数据处理和分析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4204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8796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8796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8796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基于分析结果生成决策建议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82712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7304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47304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47304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通过移动端推送预警信息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61220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581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25812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25812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处置反馈和成效评估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监测与传输流程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多源监测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小型站、恶臭、雷达、气象站等设备实时采集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36442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1034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1034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数据传输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1034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通过4G/5G网络实时传输至平台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04204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8796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68796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数据融合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8796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多源数据在平台进行融合处理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71966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6558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36558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质量控制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6558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数据校验、异常检测、质量评估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预警与分析流程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实时监测数据异常检测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36442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1034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1034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预警触发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1034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超过阈值触发预警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04204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8796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68796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污染溯源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8796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基于模型分析污染来源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71966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6558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36558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6558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预测未来污染变化趋势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处置与闭环流程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精准管控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根据预警信息生成管控措施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36442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1034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1034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应急响应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1034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突发污染事件应急指挥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04204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8796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68796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移动推送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8796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通过APP推送处置任务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71966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6558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36558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反馈评估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6558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处置反馈和成效评估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数据流程总览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1933042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2514600"/>
            <a:ext cx="1603858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063240"/>
            <a:ext cx="1603858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多源监测设备产生数据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02890" y="1874520"/>
            <a:ext cx="1933042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748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67482" y="2514600"/>
            <a:ext cx="1603858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7482" y="3063240"/>
            <a:ext cx="1603858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通过网关接入各类数据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37099" y="1874520"/>
            <a:ext cx="1933042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1691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1691" y="2514600"/>
            <a:ext cx="1603858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1691" y="3063240"/>
            <a:ext cx="1603858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数据清洗、转换、计算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71309" y="1874520"/>
            <a:ext cx="1933042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35901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35901" y="2514600"/>
            <a:ext cx="1603858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35901" y="3063240"/>
            <a:ext cx="1603858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分层存储各类数据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05518" y="1874520"/>
            <a:ext cx="1933042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0110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70110" y="2514600"/>
            <a:ext cx="1603858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数据消费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70110" y="3063240"/>
            <a:ext cx="1603858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多端应用消费数据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数据采集与接入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数据处理与计算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数据校验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数据完整性、一致性校验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36442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1034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1034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数据融合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1034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多源数据融合处理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04204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8796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68796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实时计算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8796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流式计算实时分析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71966" y="1874520"/>
            <a:ext cx="2466594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6558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36558" y="2514600"/>
            <a:ext cx="213741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6558" y="3063240"/>
            <a:ext cx="213741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AI模型智能分析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数据存储与应用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监测设备建设方案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监测点位布局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355080" y="1508760"/>
            <a:ext cx="4983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科学性、代表性、可行性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6套小型站覆盖重点区域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11套恶臭监测覆盖敏感区域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2套雷达实现区域扫描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平台建设方案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355080" y="1508760"/>
            <a:ext cx="4983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监测、预警、分析、处置、评估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微服务架构、容器化部署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时序数据库+关系数据库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移动端APP建设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数据接口与共享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监测能力提升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10972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25880"/>
            <a:ext cx="10424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通过项目建设，濮阳市大气环境监测能力将实现跨越式提升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399032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覆盖范围扩大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3272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监测网络覆盖范围从现有国控点扩展到工业园区、交通干线、居民敏感点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13504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4672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4672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035296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监测能力增强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9536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新增CO、SO₂、恶臭等特征污染物监测能力，实现精准监测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9768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0936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0936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671560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时效性提升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5800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数据传输从小时级提升到分钟级，实现实时监测预警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管理效能提升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10972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25880"/>
            <a:ext cx="10424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通过智慧环保平台建设，环境管理效能将显著提升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399032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精准管控能力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3272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基于精准监测数据，实现精准管控和靶向治理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13504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4672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4672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035296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应急响应速度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9536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实时预警和移动推送，应急响应时间大幅缩短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9768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0936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0936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671560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决策科学性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5800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基于数据分析和模型预测，提高决策科学性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环境质量改善预期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10972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25880"/>
            <a:ext cx="10424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通过精细化监测和精准管控，预期实现环境质量持续改善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399032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污染溯源准确率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3272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基于多源数据和AI分析，污染溯源准确率显著提升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13504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4672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4672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035296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预警及时性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9536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实时监测和智能预警，实现污染过程及时预警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9768" y="2514600"/>
            <a:ext cx="3380232" cy="3520440"/>
          </a:xfrm>
          <a:prstGeom prst="roundRect">
            <a:avLst>
              <a:gd name="adj" fmla="val 2164"/>
            </a:avLst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0936" y="2715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0936" y="27797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671560" y="2679192"/>
            <a:ext cx="2557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环境质量改善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5800" y="3172968"/>
            <a:ext cx="2868168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支撑精准管控，实现环境质量持续改善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项目实施计划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前期准备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项目立项、招投标、合同签订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47188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1780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11780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设备采购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11780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监测设备采购和到货验收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25696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站点建设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0288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监测站点建设和设备安装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4204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8796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8796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平台开发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8796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智慧环保平台开发和测试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82712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7304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47304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47304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系统集成联调和试运行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61220" y="1874520"/>
            <a:ext cx="157734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5812" y="2057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25812" y="2514600"/>
            <a:ext cx="1248156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验收投运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25812" y="3063240"/>
            <a:ext cx="1248156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项目验收和正式投运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组织保障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1005840" y="149047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361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444752" y="1435608"/>
            <a:ext cx="9710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44752" y="1746504"/>
            <a:ext cx="971092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构建三位一体监测体系，提升濮阳市大气环境监测预警能力，支撑精准治污、科学治污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295351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99923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44752" y="2898648"/>
            <a:ext cx="9710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建设意义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44752" y="3209544"/>
            <a:ext cx="971092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项目实施将显著提升濮阳市大气环境管理水平，为环境质量改善提供坚实技术支撑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441655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46227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44752" y="4361688"/>
            <a:ext cx="9710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44752" y="4672584"/>
            <a:ext cx="971092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持续完善监测网络，深化数据分析应用，拓展智慧环保应用场景，打造智慧环保濮阳模式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濮阳市智慧环保建设项目二期实施方案</dc:title>
  <dc:subject/>
  <dc:creator>suyuan-agent</dc:creator>
  <cp:lastModifiedBy>suyuan-agent</cp:lastModifiedBy>
  <cp:revision>1</cp:revision>
  <dcterms:created xsi:type="dcterms:W3CDTF">2026-06-06T06:09:14Z</dcterms:created>
  <dcterms:modified xsi:type="dcterms:W3CDTF">2026-06-06T06:09:14Z</dcterms:modified>
</cp:coreProperties>
</file>